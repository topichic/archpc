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Введение в сетевую идентификацию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6234545" y="2327564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 Чтобы данные дошли до получателя, нужно три типа данных: кто получает. (Железо — MAC), куда доставлять. (Место в сети — IP), как найти. (Понятное имя — DNS).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MAC-адрес: физический уровень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Media Access Control — уникальный номер, «зашитый» в сетевую карту на заводе. Формат: 48 бит, записывается как 6 групп по 2 знака (например, D4-3D-7E-52-6C-22).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Первые 3 группы — это код производителя (OUI). Позволяет устройствам видеть друг друга внутри одной Wi-Fi или Ethernet сети. Он используется для идентификации устройств при передаче данных по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IP-адрес: логический уровень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Internet Protocol Address — цифровой адрес устройства в сети. В отличие от MAC, IP-адрес назначается провайдером или администратором.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00920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MAC — это VIN-номер автомобиля, а IP — это его номерной знак (который можно сменить при переезде в другой регион). IP-адрес позволяет идентифицировать устройство в интернете и может быть статическим или динамическим, в зависимости от настроек провайдера.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4438996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Динамический IP-адрес может меняться при каждом новом подключении к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IPv4 vs IPv6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IPv4: Старый стандарт. Выглядит как 192. 168. 1. 1. Количество адресов ограничено (4. 3 млрд), они почти закончились.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IPv6: Новый стандарт. Выглядит как 2001:0db8:85a3:0000:0000:8a2e:0370:7334. Чтобы подключить к интернету все чайники, лампочки и датчики (Интернет вещей — IoT). IPv6 обеспечивает практически неограниченное количество адресов, что позволяет каждому устройству иметь уникальный идентификатор в глобальной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82733"/>
            <a:ext cx="5985164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Публичные и частные IP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Белые (публичные): Видны всему интернету. Нужны для серверов и сайтов. Серые (частные): Используются внутри дома или офиса (например, 192.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374072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168. x. x). NAT: Технология, которая позволяет десяткам устройств в квартире выходить в сеть под одним общим «белым» IP-адресом роутера. Белые IP-адреса позволяют устанавливать соединения с устройствами извне, обеспечивая доступ к сетевым ресурсам и сервисам.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Динамические и статические адреса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Статический: Закрепляется за устройством навсегда.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Важен для стабильной работы серверов. Динамический: Выдаётся временно (в аренду). Когда вы переподключаете Wi-Fi, адрес может измениться.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2177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DHCP: Протокол, который автоматически раздаёт IP-адреса вашим смартфонам при подключении к роутеру. Статические IP-адреса требуют ручной настройки, в то время как динамические упрощают процесс подключения устройств к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1082733"/>
            <a:ext cx="5985120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DNS — дешифратор имён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696691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Люди не могут запомнить IP-адреса типа 172. 217. 16. 142. Решение: Domain Name System. Процесс: компьютер спрашивает: «Какой IP у yandex. ru. » DNS-сервер отвечает: «77. 88. 55. 242». Браузер открывает страницу. Пользователь вводит адрес yandex. ru в строку браузера, система автоматически преобразует доменное имя в IP-адрес с помощью DNS, обеспечивая быстрый доступ к сайту.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696691" y="4006735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DNS-серверы кэшируют данные для ускорения обработки последующих запросов.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Модель OSI (упрощённо)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Уровень 2 (канальный): здесь работают MAC-адреса и коммутаторы (свитчи). Уровень 3 (сетевой): здесь работают IP-адреса и маршрутизаторы (роутеры).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Уровень 7 (прикладной): здесь работает DNS, с которым взаимодействует пользователь.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уровне 2 данные передаются по физическим каналам связи, а на уровне 3 происходит маршрутизация пакетов между сетями. Уровень 7 обеспечивает преобразование доменных имён в IP-адреса, что упрощает работу с сетью для пользователей.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82733"/>
            <a:ext cx="5985164" cy="581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Проверка сетевых данных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07818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Как проверить свои данные: Windows: ipconfig /all, macOS/Linux: ifconfig или ip a.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2909455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Резюме: MAC находит устройство в комнате, IP находит сеть в мире, а DNS избавляет нас от необходимости учить цифры.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 помощью команд вы получаете подробную информацию о сетевых настройках, что помогает в диагностике проблем. Регулярная проверка данных позволяет контролировать корректность работы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8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MAC, IP и DNS — ключевые элементы сетевой идентификации. Понимание их работы важно для эффективного использования современных сетей. Благодаря этим технологиям, интернет стал доступным и удобным для пользователей по всему миру.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обеспечивают связь и обмен данными между устройствами, позволяя им взаимодействовать в сети. Знание принципов работы этих элементов помогает в диагностике и устранении проблем в сети.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аспекты сетевой идентификации, включая MAC- и IP-адреса, различия между IPv4 и IPv6, а также типы адресов и роль DNS в сети. Мы надеемся, что представленная информация была полезной и поможет вам лучше понять принципы работы сетей.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2026-02-16T08:24:40Z</dcterms:created>
  <dcterms:modified xsi:type="dcterms:W3CDTF">2026-02-16T08:24:40Z</dcterms:modified>
</cp:coreProperties>
</file>